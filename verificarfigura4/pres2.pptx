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5"/>
    <p:restoredTop sz="94672"/>
  </p:normalViewPr>
  <p:slideViewPr>
    <p:cSldViewPr snapToGrid="0">
      <p:cViewPr varScale="1">
        <p:scale>
          <a:sx n="134" d="100"/>
          <a:sy n="134" d="100"/>
        </p:scale>
        <p:origin x="26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059F-265E-F247-BE93-65FA88524F20}" type="datetimeFigureOut">
              <a:rPr lang="es-MX" smtClean="0"/>
              <a:t>24/07/25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B775D-5B95-5D44-8098-67AFE13837E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40294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059F-265E-F247-BE93-65FA88524F20}" type="datetimeFigureOut">
              <a:rPr lang="es-MX" smtClean="0"/>
              <a:t>24/07/25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B775D-5B95-5D44-8098-67AFE13837E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39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059F-265E-F247-BE93-65FA88524F20}" type="datetimeFigureOut">
              <a:rPr lang="es-MX" smtClean="0"/>
              <a:t>24/07/25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B775D-5B95-5D44-8098-67AFE13837E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470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059F-265E-F247-BE93-65FA88524F20}" type="datetimeFigureOut">
              <a:rPr lang="es-MX" smtClean="0"/>
              <a:t>24/07/25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B775D-5B95-5D44-8098-67AFE13837E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894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059F-265E-F247-BE93-65FA88524F20}" type="datetimeFigureOut">
              <a:rPr lang="es-MX" smtClean="0"/>
              <a:t>24/07/25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B775D-5B95-5D44-8098-67AFE13837E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6190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059F-265E-F247-BE93-65FA88524F20}" type="datetimeFigureOut">
              <a:rPr lang="es-MX" smtClean="0"/>
              <a:t>24/07/25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B775D-5B95-5D44-8098-67AFE13837E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7340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059F-265E-F247-BE93-65FA88524F20}" type="datetimeFigureOut">
              <a:rPr lang="es-MX" smtClean="0"/>
              <a:t>24/07/25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B775D-5B95-5D44-8098-67AFE13837E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106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059F-265E-F247-BE93-65FA88524F20}" type="datetimeFigureOut">
              <a:rPr lang="es-MX" smtClean="0"/>
              <a:t>24/07/25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B775D-5B95-5D44-8098-67AFE13837E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185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059F-265E-F247-BE93-65FA88524F20}" type="datetimeFigureOut">
              <a:rPr lang="es-MX" smtClean="0"/>
              <a:t>24/07/25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B775D-5B95-5D44-8098-67AFE13837E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760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059F-265E-F247-BE93-65FA88524F20}" type="datetimeFigureOut">
              <a:rPr lang="es-MX" smtClean="0"/>
              <a:t>24/07/25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B775D-5B95-5D44-8098-67AFE13837E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8850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A059F-265E-F247-BE93-65FA88524F20}" type="datetimeFigureOut">
              <a:rPr lang="es-MX" smtClean="0"/>
              <a:t>24/07/25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B775D-5B95-5D44-8098-67AFE13837E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079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BA059F-265E-F247-BE93-65FA88524F20}" type="datetimeFigureOut">
              <a:rPr lang="es-MX" smtClean="0"/>
              <a:t>24/07/25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8B775D-5B95-5D44-8098-67AFE13837E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4684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s/carpeta-archivo-azul-oficina-23397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2E5FEB44-A973-988D-F8BB-800F31317D98}"/>
              </a:ext>
            </a:extLst>
          </p:cNvPr>
          <p:cNvCxnSpPr/>
          <p:nvPr/>
        </p:nvCxnSpPr>
        <p:spPr>
          <a:xfrm>
            <a:off x="605001" y="1764506"/>
            <a:ext cx="7774618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010E7A2D-D2B5-96C2-29FC-C56AFF8B8F30}"/>
              </a:ext>
            </a:extLst>
          </p:cNvPr>
          <p:cNvSpPr txBox="1"/>
          <p:nvPr/>
        </p:nvSpPr>
        <p:spPr>
          <a:xfrm>
            <a:off x="69382" y="1093189"/>
            <a:ext cx="1815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task-stroop_run-01_bold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A4200A6-10AA-8DB3-0AC2-9A882433B36B}"/>
              </a:ext>
            </a:extLst>
          </p:cNvPr>
          <p:cNvSpPr txBox="1"/>
          <p:nvPr/>
        </p:nvSpPr>
        <p:spPr>
          <a:xfrm>
            <a:off x="1337369" y="1369630"/>
            <a:ext cx="1313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task-rest_run-01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BFB70E-9DB0-7B65-C2C6-1D028CA1315E}"/>
              </a:ext>
            </a:extLst>
          </p:cNvPr>
          <p:cNvSpPr txBox="1"/>
          <p:nvPr/>
        </p:nvSpPr>
        <p:spPr>
          <a:xfrm>
            <a:off x="2134206" y="1093188"/>
            <a:ext cx="1312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task-Video_bold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C061174-9E23-1EA0-818F-2316686E7E82}"/>
              </a:ext>
            </a:extLst>
          </p:cNvPr>
          <p:cNvSpPr txBox="1"/>
          <p:nvPr/>
        </p:nvSpPr>
        <p:spPr>
          <a:xfrm>
            <a:off x="2979877" y="1369629"/>
            <a:ext cx="1855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task-stroop_run-02_bold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3FBD2C0-1F1F-CE3A-4F23-730397BCC0B9}"/>
              </a:ext>
            </a:extLst>
          </p:cNvPr>
          <p:cNvSpPr txBox="1"/>
          <p:nvPr/>
        </p:nvSpPr>
        <p:spPr>
          <a:xfrm>
            <a:off x="4288221" y="1093187"/>
            <a:ext cx="18708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task-rest_run-02_bold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E74007D-AE4C-5DC5-4D5B-E3E03A5E70DC}"/>
              </a:ext>
            </a:extLst>
          </p:cNvPr>
          <p:cNvSpPr txBox="1"/>
          <p:nvPr/>
        </p:nvSpPr>
        <p:spPr>
          <a:xfrm>
            <a:off x="5265682" y="1369628"/>
            <a:ext cx="1786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task-restaurative_bold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F05143E-71EF-873A-14FF-D08FD3EAC5DF}"/>
              </a:ext>
            </a:extLst>
          </p:cNvPr>
          <p:cNvSpPr txBox="1"/>
          <p:nvPr/>
        </p:nvSpPr>
        <p:spPr>
          <a:xfrm>
            <a:off x="6101255" y="1093186"/>
            <a:ext cx="1902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task-stroop_run-03_bold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DA62B5A-D524-92C4-BCD7-88D044BFBC9E}"/>
              </a:ext>
            </a:extLst>
          </p:cNvPr>
          <p:cNvSpPr txBox="1"/>
          <p:nvPr/>
        </p:nvSpPr>
        <p:spPr>
          <a:xfrm>
            <a:off x="7301792" y="1349562"/>
            <a:ext cx="1683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task-rest_run-03_bold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73B2D692-50F4-E6CD-7378-E5261E08293A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77344" y="1370188"/>
            <a:ext cx="0" cy="342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3EC1C2EC-0AF1-DE52-907D-221B7874DA9E}"/>
              </a:ext>
            </a:extLst>
          </p:cNvPr>
          <p:cNvCxnSpPr>
            <a:cxnSpLocks/>
          </p:cNvCxnSpPr>
          <p:nvPr/>
        </p:nvCxnSpPr>
        <p:spPr>
          <a:xfrm>
            <a:off x="2790495" y="1349562"/>
            <a:ext cx="0" cy="342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669F178A-5ECA-FE5B-B446-B712CB7134C6}"/>
              </a:ext>
            </a:extLst>
          </p:cNvPr>
          <p:cNvCxnSpPr>
            <a:cxnSpLocks/>
          </p:cNvCxnSpPr>
          <p:nvPr/>
        </p:nvCxnSpPr>
        <p:spPr>
          <a:xfrm>
            <a:off x="5045094" y="1369628"/>
            <a:ext cx="0" cy="342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4AC64701-FD91-5D64-80DE-90962C8AE788}"/>
              </a:ext>
            </a:extLst>
          </p:cNvPr>
          <p:cNvCxnSpPr>
            <a:cxnSpLocks/>
          </p:cNvCxnSpPr>
          <p:nvPr/>
        </p:nvCxnSpPr>
        <p:spPr>
          <a:xfrm>
            <a:off x="7107097" y="1378230"/>
            <a:ext cx="0" cy="342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6D17F12A-8596-9BA8-9A30-3BAC71F9061F}"/>
              </a:ext>
            </a:extLst>
          </p:cNvPr>
          <p:cNvCxnSpPr>
            <a:cxnSpLocks/>
          </p:cNvCxnSpPr>
          <p:nvPr/>
        </p:nvCxnSpPr>
        <p:spPr>
          <a:xfrm>
            <a:off x="1994265" y="1593500"/>
            <a:ext cx="0" cy="126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BDD45B02-99E0-9103-4C8A-5FCF480F31AB}"/>
              </a:ext>
            </a:extLst>
          </p:cNvPr>
          <p:cNvCxnSpPr>
            <a:cxnSpLocks/>
          </p:cNvCxnSpPr>
          <p:nvPr/>
        </p:nvCxnSpPr>
        <p:spPr>
          <a:xfrm>
            <a:off x="3906592" y="1593500"/>
            <a:ext cx="0" cy="126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730A4447-A0CA-2932-0D41-1CBAA124D327}"/>
              </a:ext>
            </a:extLst>
          </p:cNvPr>
          <p:cNvCxnSpPr>
            <a:cxnSpLocks/>
          </p:cNvCxnSpPr>
          <p:nvPr/>
        </p:nvCxnSpPr>
        <p:spPr>
          <a:xfrm>
            <a:off x="6101255" y="1593500"/>
            <a:ext cx="0" cy="126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44055DAF-BDA3-22F4-9A83-9E563E6D4D99}"/>
              </a:ext>
            </a:extLst>
          </p:cNvPr>
          <p:cNvCxnSpPr>
            <a:cxnSpLocks/>
          </p:cNvCxnSpPr>
          <p:nvPr/>
        </p:nvCxnSpPr>
        <p:spPr>
          <a:xfrm>
            <a:off x="8143620" y="1593500"/>
            <a:ext cx="0" cy="126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737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97B70471-3870-E24C-5F55-5EFA584CC986}"/>
              </a:ext>
            </a:extLst>
          </p:cNvPr>
          <p:cNvCxnSpPr/>
          <p:nvPr/>
        </p:nvCxnSpPr>
        <p:spPr>
          <a:xfrm>
            <a:off x="768626" y="1046922"/>
            <a:ext cx="77790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47CE92A-0F3C-2CB1-315F-394F93BED66A}"/>
              </a:ext>
            </a:extLst>
          </p:cNvPr>
          <p:cNvSpPr txBox="1"/>
          <p:nvPr/>
        </p:nvSpPr>
        <p:spPr>
          <a:xfrm>
            <a:off x="810618" y="665183"/>
            <a:ext cx="701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sub-01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E52E07EB-5D94-AF00-7251-C97272A29A1A}"/>
              </a:ext>
            </a:extLst>
          </p:cNvPr>
          <p:cNvCxnSpPr>
            <a:cxnSpLocks/>
          </p:cNvCxnSpPr>
          <p:nvPr/>
        </p:nvCxnSpPr>
        <p:spPr>
          <a:xfrm flipH="1">
            <a:off x="1144753" y="890153"/>
            <a:ext cx="1" cy="460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A77F7A7-1F54-58AC-3F71-12EA27CB39C2}"/>
              </a:ext>
            </a:extLst>
          </p:cNvPr>
          <p:cNvSpPr txBox="1"/>
          <p:nvPr/>
        </p:nvSpPr>
        <p:spPr>
          <a:xfrm>
            <a:off x="1656178" y="2272225"/>
            <a:ext cx="21973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 dirty="0"/>
              <a:t>sub-01_task-stroop_run-01_bold.nii.gz</a:t>
            </a:r>
          </a:p>
          <a:p>
            <a:r>
              <a:rPr lang="es-MX" sz="800" dirty="0"/>
              <a:t>sub-01_task-rest_run-01_bold.nii.gz</a:t>
            </a:r>
          </a:p>
          <a:p>
            <a:r>
              <a:rPr lang="es-MX" sz="800" dirty="0"/>
              <a:t>sub-01_task-Video_bold.nii.gz</a:t>
            </a:r>
          </a:p>
          <a:p>
            <a:r>
              <a:rPr lang="es-MX" sz="800" dirty="0"/>
              <a:t>sub-01_task-stroop_run-02_bold.nii.gz</a:t>
            </a:r>
          </a:p>
          <a:p>
            <a:r>
              <a:rPr lang="es-MX" sz="800" dirty="0"/>
              <a:t>sub-01_task-rest_run-02_bold.nii.gz</a:t>
            </a:r>
          </a:p>
          <a:p>
            <a:r>
              <a:rPr lang="es-MX" sz="800" dirty="0"/>
              <a:t>sub-01_task-restaurative_bold.nii.gz</a:t>
            </a:r>
          </a:p>
          <a:p>
            <a:r>
              <a:rPr lang="es-MX" sz="800" dirty="0"/>
              <a:t>sub-01_task-stroop_run-03_bold.nii.gz</a:t>
            </a:r>
          </a:p>
          <a:p>
            <a:r>
              <a:rPr lang="es-MX" sz="800" dirty="0"/>
              <a:t>sub-01_task-rest_run-03_bold.nii.gz</a:t>
            </a:r>
          </a:p>
          <a:p>
            <a:endParaRPr lang="es-MX" sz="800" dirty="0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BA0EEED-674E-A81D-7D15-F11AF2BD9CC5}"/>
              </a:ext>
            </a:extLst>
          </p:cNvPr>
          <p:cNvGrpSpPr/>
          <p:nvPr/>
        </p:nvGrpSpPr>
        <p:grpSpPr>
          <a:xfrm>
            <a:off x="810618" y="2176727"/>
            <a:ext cx="678681" cy="464472"/>
            <a:chOff x="4016843" y="4629317"/>
            <a:chExt cx="678681" cy="464472"/>
          </a:xfrm>
        </p:grpSpPr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8704384F-C7C9-62A9-52A9-3B28961D6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4016843" y="4629317"/>
              <a:ext cx="678681" cy="464472"/>
            </a:xfrm>
            <a:prstGeom prst="rect">
              <a:avLst/>
            </a:prstGeom>
          </p:spPr>
        </p:pic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B8CF1B97-A5CF-AE4D-9D5F-339A5325DCF6}"/>
                </a:ext>
              </a:extLst>
            </p:cNvPr>
            <p:cNvSpPr txBox="1"/>
            <p:nvPr/>
          </p:nvSpPr>
          <p:spPr>
            <a:xfrm>
              <a:off x="4163543" y="4731732"/>
              <a:ext cx="5004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200" b="1" dirty="0"/>
                <a:t>func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D570DB49-9377-976C-D0A4-0A91F0AA8001}"/>
              </a:ext>
            </a:extLst>
          </p:cNvPr>
          <p:cNvGrpSpPr/>
          <p:nvPr/>
        </p:nvGrpSpPr>
        <p:grpSpPr>
          <a:xfrm>
            <a:off x="768626" y="1369164"/>
            <a:ext cx="1630688" cy="464472"/>
            <a:chOff x="3979458" y="3919513"/>
            <a:chExt cx="1630688" cy="464472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CC86FCC6-0C37-794B-9C14-C1B6F067EBB2}"/>
                </a:ext>
              </a:extLst>
            </p:cNvPr>
            <p:cNvGrpSpPr/>
            <p:nvPr/>
          </p:nvGrpSpPr>
          <p:grpSpPr>
            <a:xfrm>
              <a:off x="3979458" y="3919513"/>
              <a:ext cx="678681" cy="464472"/>
              <a:chOff x="6692348" y="1573879"/>
              <a:chExt cx="678681" cy="464472"/>
            </a:xfrm>
          </p:grpSpPr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BFBD083B-755C-7944-4AF1-51F87486D1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tretch>
                <a:fillRect/>
              </a:stretch>
            </p:blipFill>
            <p:spPr>
              <a:xfrm>
                <a:off x="6692348" y="1573879"/>
                <a:ext cx="678681" cy="464472"/>
              </a:xfrm>
              <a:prstGeom prst="rect">
                <a:avLst/>
              </a:prstGeom>
            </p:spPr>
          </p:pic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B36E09C2-9AAB-78EA-5CBA-6523644F0ADA}"/>
                  </a:ext>
                </a:extLst>
              </p:cNvPr>
              <p:cNvSpPr txBox="1"/>
              <p:nvPr/>
            </p:nvSpPr>
            <p:spPr>
              <a:xfrm>
                <a:off x="6820128" y="1667615"/>
                <a:ext cx="49789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200" b="1" dirty="0"/>
                  <a:t>anat</a:t>
                </a:r>
              </a:p>
            </p:txBody>
          </p:sp>
        </p:grp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8EFBB477-55EC-D29B-0D04-6156A5D062C0}"/>
                </a:ext>
              </a:extLst>
            </p:cNvPr>
            <p:cNvSpPr txBox="1"/>
            <p:nvPr/>
          </p:nvSpPr>
          <p:spPr>
            <a:xfrm>
              <a:off x="4755425" y="4013249"/>
              <a:ext cx="85472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000" dirty="0"/>
                <a:t>sub-01_T1w</a:t>
              </a:r>
            </a:p>
          </p:txBody>
        </p:sp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A9CAF89D-D9BF-D7ED-09B9-E162916A0D7A}"/>
                </a:ext>
              </a:extLst>
            </p:cNvPr>
            <p:cNvCxnSpPr>
              <a:cxnSpLocks/>
            </p:cNvCxnSpPr>
            <p:nvPr/>
          </p:nvCxnSpPr>
          <p:spPr>
            <a:xfrm>
              <a:off x="4680995" y="4148766"/>
              <a:ext cx="127780" cy="596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Marco 31">
            <a:extLst>
              <a:ext uri="{FF2B5EF4-FFF2-40B4-BE49-F238E27FC236}">
                <a16:creationId xmlns:a16="http://schemas.microsoft.com/office/drawing/2014/main" id="{09FB7E2C-F4AF-3D26-045D-D07600CDE9FA}"/>
              </a:ext>
            </a:extLst>
          </p:cNvPr>
          <p:cNvSpPr/>
          <p:nvPr/>
        </p:nvSpPr>
        <p:spPr>
          <a:xfrm>
            <a:off x="1696997" y="2278337"/>
            <a:ext cx="1811726" cy="1065364"/>
          </a:xfrm>
          <a:prstGeom prst="frame">
            <a:avLst>
              <a:gd name="adj1" fmla="val 135"/>
            </a:avLst>
          </a:prstGeom>
          <a:solidFill>
            <a:schemeClr val="tx1"/>
          </a:solidFill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B09994F5-BAA7-F209-29A0-B7BA45600F98}"/>
              </a:ext>
            </a:extLst>
          </p:cNvPr>
          <p:cNvCxnSpPr>
            <a:cxnSpLocks/>
          </p:cNvCxnSpPr>
          <p:nvPr/>
        </p:nvCxnSpPr>
        <p:spPr>
          <a:xfrm>
            <a:off x="1145352" y="1830254"/>
            <a:ext cx="0" cy="276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05CF321C-8CBA-8FCD-F768-60D9C8ABA335}"/>
              </a:ext>
            </a:extLst>
          </p:cNvPr>
          <p:cNvCxnSpPr/>
          <p:nvPr/>
        </p:nvCxnSpPr>
        <p:spPr>
          <a:xfrm>
            <a:off x="1491095" y="2384691"/>
            <a:ext cx="1543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57E9BB7E-EECA-D529-C25C-EABB29D5A3BD}"/>
              </a:ext>
            </a:extLst>
          </p:cNvPr>
          <p:cNvCxnSpPr/>
          <p:nvPr/>
        </p:nvCxnSpPr>
        <p:spPr>
          <a:xfrm flipH="1">
            <a:off x="6008200" y="865074"/>
            <a:ext cx="1" cy="460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5877F8B3-3BA1-43D1-673F-D6068CCD5342}"/>
              </a:ext>
            </a:extLst>
          </p:cNvPr>
          <p:cNvGrpSpPr/>
          <p:nvPr/>
        </p:nvGrpSpPr>
        <p:grpSpPr>
          <a:xfrm>
            <a:off x="5628038" y="1435968"/>
            <a:ext cx="2708574" cy="1907726"/>
            <a:chOff x="4974899" y="1435968"/>
            <a:chExt cx="2708574" cy="1907726"/>
          </a:xfrm>
        </p:grpSpPr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80E33DDA-7D2A-A4A0-EB5D-BAB1DA8110A5}"/>
                </a:ext>
              </a:extLst>
            </p:cNvPr>
            <p:cNvGrpSpPr/>
            <p:nvPr/>
          </p:nvGrpSpPr>
          <p:grpSpPr>
            <a:xfrm>
              <a:off x="5016891" y="2243531"/>
              <a:ext cx="678681" cy="464472"/>
              <a:chOff x="4016843" y="4629317"/>
              <a:chExt cx="678681" cy="464472"/>
            </a:xfrm>
          </p:grpSpPr>
          <p:pic>
            <p:nvPicPr>
              <p:cNvPr id="52" name="Imagen 51">
                <a:extLst>
                  <a:ext uri="{FF2B5EF4-FFF2-40B4-BE49-F238E27FC236}">
                    <a16:creationId xmlns:a16="http://schemas.microsoft.com/office/drawing/2014/main" id="{E8F8B986-D4D1-921D-6F73-2FC846D6B8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tretch>
                <a:fillRect/>
              </a:stretch>
            </p:blipFill>
            <p:spPr>
              <a:xfrm>
                <a:off x="4016843" y="4629317"/>
                <a:ext cx="678681" cy="464472"/>
              </a:xfrm>
              <a:prstGeom prst="rect">
                <a:avLst/>
              </a:prstGeom>
            </p:spPr>
          </p:pic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11DBAAE1-7C59-1EE3-7A61-AA05222870F4}"/>
                  </a:ext>
                </a:extLst>
              </p:cNvPr>
              <p:cNvSpPr txBox="1"/>
              <p:nvPr/>
            </p:nvSpPr>
            <p:spPr>
              <a:xfrm>
                <a:off x="4163543" y="4731732"/>
                <a:ext cx="50045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200" b="1" dirty="0"/>
                  <a:t>func</a:t>
                </a:r>
              </a:p>
            </p:txBody>
          </p:sp>
        </p:grp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7D674758-CCCF-EAC5-D7AA-20165DADEAAE}"/>
                </a:ext>
              </a:extLst>
            </p:cNvPr>
            <p:cNvGrpSpPr/>
            <p:nvPr/>
          </p:nvGrpSpPr>
          <p:grpSpPr>
            <a:xfrm>
              <a:off x="4974899" y="1435968"/>
              <a:ext cx="1630688" cy="464472"/>
              <a:chOff x="3979458" y="3919513"/>
              <a:chExt cx="1630688" cy="464472"/>
            </a:xfrm>
          </p:grpSpPr>
          <p:grpSp>
            <p:nvGrpSpPr>
              <p:cNvPr id="47" name="Grupo 46">
                <a:extLst>
                  <a:ext uri="{FF2B5EF4-FFF2-40B4-BE49-F238E27FC236}">
                    <a16:creationId xmlns:a16="http://schemas.microsoft.com/office/drawing/2014/main" id="{9C1F383B-2EF7-8EB3-9BAD-BE7DCB363BC6}"/>
                  </a:ext>
                </a:extLst>
              </p:cNvPr>
              <p:cNvGrpSpPr/>
              <p:nvPr/>
            </p:nvGrpSpPr>
            <p:grpSpPr>
              <a:xfrm>
                <a:off x="3979458" y="3919513"/>
                <a:ext cx="678681" cy="464472"/>
                <a:chOff x="6692348" y="1573879"/>
                <a:chExt cx="678681" cy="464472"/>
              </a:xfrm>
            </p:grpSpPr>
            <p:pic>
              <p:nvPicPr>
                <p:cNvPr id="50" name="Imagen 49">
                  <a:extLst>
                    <a:ext uri="{FF2B5EF4-FFF2-40B4-BE49-F238E27FC236}">
                      <a16:creationId xmlns:a16="http://schemas.microsoft.com/office/drawing/2014/main" id="{AE7BD29C-5874-981F-DBB0-1F8635D06D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92348" y="1573879"/>
                  <a:ext cx="678681" cy="464472"/>
                </a:xfrm>
                <a:prstGeom prst="rect">
                  <a:avLst/>
                </a:prstGeom>
              </p:spPr>
            </p:pic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BDFD7607-140D-46E0-F138-CC7BB8C66EDA}"/>
                    </a:ext>
                  </a:extLst>
                </p:cNvPr>
                <p:cNvSpPr txBox="1"/>
                <p:nvPr/>
              </p:nvSpPr>
              <p:spPr>
                <a:xfrm>
                  <a:off x="6820128" y="1667615"/>
                  <a:ext cx="49789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MX" sz="1200" b="1" dirty="0"/>
                    <a:t>anat</a:t>
                  </a:r>
                </a:p>
              </p:txBody>
            </p:sp>
          </p:grp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292DEC8D-E92A-9AB5-0DE6-16C7E030A390}"/>
                  </a:ext>
                </a:extLst>
              </p:cNvPr>
              <p:cNvSpPr txBox="1"/>
              <p:nvPr/>
            </p:nvSpPr>
            <p:spPr>
              <a:xfrm>
                <a:off x="4755425" y="4013249"/>
                <a:ext cx="85472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000" dirty="0"/>
                  <a:t>sub-38_T1w</a:t>
                </a:r>
              </a:p>
            </p:txBody>
          </p:sp>
          <p:cxnSp>
            <p:nvCxnSpPr>
              <p:cNvPr id="49" name="Conector recto de flecha 48">
                <a:extLst>
                  <a:ext uri="{FF2B5EF4-FFF2-40B4-BE49-F238E27FC236}">
                    <a16:creationId xmlns:a16="http://schemas.microsoft.com/office/drawing/2014/main" id="{3261167F-FEE7-2295-9464-ECB29E601A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80995" y="4148766"/>
                <a:ext cx="127780" cy="59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Marco 43">
              <a:extLst>
                <a:ext uri="{FF2B5EF4-FFF2-40B4-BE49-F238E27FC236}">
                  <a16:creationId xmlns:a16="http://schemas.microsoft.com/office/drawing/2014/main" id="{827E6BB3-256E-29D7-F0D9-181B04B8099E}"/>
                </a:ext>
              </a:extLst>
            </p:cNvPr>
            <p:cNvSpPr/>
            <p:nvPr/>
          </p:nvSpPr>
          <p:spPr>
            <a:xfrm>
              <a:off x="5903270" y="2345141"/>
              <a:ext cx="1780203" cy="998553"/>
            </a:xfrm>
            <a:prstGeom prst="frame">
              <a:avLst>
                <a:gd name="adj1" fmla="val 135"/>
              </a:avLst>
            </a:prstGeom>
            <a:solidFill>
              <a:schemeClr val="tx1"/>
            </a:solidFill>
            <a:ln w="952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>
                <a:solidFill>
                  <a:schemeClr val="tx1"/>
                </a:solidFill>
              </a:endParaRPr>
            </a:p>
          </p:txBody>
        </p: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8B9E3B99-14A0-8B86-9F9E-E7D40ADCD168}"/>
                </a:ext>
              </a:extLst>
            </p:cNvPr>
            <p:cNvCxnSpPr>
              <a:cxnSpLocks/>
            </p:cNvCxnSpPr>
            <p:nvPr/>
          </p:nvCxnSpPr>
          <p:spPr>
            <a:xfrm>
              <a:off x="5351625" y="1897058"/>
              <a:ext cx="0" cy="2769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de flecha 45">
              <a:extLst>
                <a:ext uri="{FF2B5EF4-FFF2-40B4-BE49-F238E27FC236}">
                  <a16:creationId xmlns:a16="http://schemas.microsoft.com/office/drawing/2014/main" id="{3CF87C31-3BF1-7756-3703-1A64EEC0378F}"/>
                </a:ext>
              </a:extLst>
            </p:cNvPr>
            <p:cNvCxnSpPr/>
            <p:nvPr/>
          </p:nvCxnSpPr>
          <p:spPr>
            <a:xfrm>
              <a:off x="5697368" y="2451495"/>
              <a:ext cx="1543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CuadroTexto 67">
            <a:extLst>
              <a:ext uri="{FF2B5EF4-FFF2-40B4-BE49-F238E27FC236}">
                <a16:creationId xmlns:a16="http://schemas.microsoft.com/office/drawing/2014/main" id="{0D5F4E7F-27DD-FD7C-C0FB-A513FE97C25A}"/>
              </a:ext>
            </a:extLst>
          </p:cNvPr>
          <p:cNvSpPr txBox="1"/>
          <p:nvPr/>
        </p:nvSpPr>
        <p:spPr>
          <a:xfrm>
            <a:off x="5670030" y="659878"/>
            <a:ext cx="701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sub-38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510A5C36-B84F-1664-A926-9EFE9D6D95E4}"/>
              </a:ext>
            </a:extLst>
          </p:cNvPr>
          <p:cNvSpPr/>
          <p:nvPr/>
        </p:nvSpPr>
        <p:spPr>
          <a:xfrm>
            <a:off x="1949093" y="794738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1" name="Elipse 70">
            <a:extLst>
              <a:ext uri="{FF2B5EF4-FFF2-40B4-BE49-F238E27FC236}">
                <a16:creationId xmlns:a16="http://schemas.microsoft.com/office/drawing/2014/main" id="{DA97F429-C02E-B4C1-A31F-DE9D590088AA}"/>
              </a:ext>
            </a:extLst>
          </p:cNvPr>
          <p:cNvSpPr/>
          <p:nvPr/>
        </p:nvSpPr>
        <p:spPr>
          <a:xfrm>
            <a:off x="2939693" y="805461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532A8D0B-E256-F0C5-A58E-7C18C2858CA5}"/>
              </a:ext>
            </a:extLst>
          </p:cNvPr>
          <p:cNvSpPr/>
          <p:nvPr/>
        </p:nvSpPr>
        <p:spPr>
          <a:xfrm>
            <a:off x="3930293" y="819355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98E02BE0-C7A9-3171-2A72-B41B60227D0C}"/>
              </a:ext>
            </a:extLst>
          </p:cNvPr>
          <p:cNvSpPr/>
          <p:nvPr/>
        </p:nvSpPr>
        <p:spPr>
          <a:xfrm>
            <a:off x="4844692" y="836288"/>
            <a:ext cx="45719" cy="45719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B053D70-7CFE-E588-E72D-9EA4825AF5B8}"/>
              </a:ext>
            </a:extLst>
          </p:cNvPr>
          <p:cNvSpPr txBox="1"/>
          <p:nvPr/>
        </p:nvSpPr>
        <p:spPr>
          <a:xfrm>
            <a:off x="6504886" y="2319832"/>
            <a:ext cx="21973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 dirty="0"/>
              <a:t>sub-01_task-stroop_run-01_bold.nii.gz</a:t>
            </a:r>
          </a:p>
          <a:p>
            <a:r>
              <a:rPr lang="es-MX" sz="800" dirty="0"/>
              <a:t>sub-01_task-rest_run-01_bold.nii.gz</a:t>
            </a:r>
          </a:p>
          <a:p>
            <a:r>
              <a:rPr lang="es-MX" sz="800" dirty="0"/>
              <a:t>sub-01_task-Video_bold.nii.gz</a:t>
            </a:r>
          </a:p>
          <a:p>
            <a:r>
              <a:rPr lang="es-MX" sz="800" dirty="0"/>
              <a:t>sub-01_task-stroop_run-02_bold.nii.gz</a:t>
            </a:r>
          </a:p>
          <a:p>
            <a:r>
              <a:rPr lang="es-MX" sz="800" dirty="0"/>
              <a:t>sub-01_task-rest_run-02_bold.nii.gz</a:t>
            </a:r>
          </a:p>
          <a:p>
            <a:r>
              <a:rPr lang="es-MX" sz="800" dirty="0"/>
              <a:t>sub-01_task-restaurative_bold.nii.gz</a:t>
            </a:r>
          </a:p>
          <a:p>
            <a:r>
              <a:rPr lang="es-MX" sz="800" dirty="0"/>
              <a:t>sub-01_task-stroop_run-03_bold.nii.gz</a:t>
            </a:r>
          </a:p>
          <a:p>
            <a:r>
              <a:rPr lang="es-MX" sz="800" dirty="0"/>
              <a:t>sub-01_task-rest_run-03_bold.nii.gz</a:t>
            </a:r>
          </a:p>
          <a:p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32643357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</TotalTime>
  <Words>214</Words>
  <Application>Microsoft Macintosh PowerPoint</Application>
  <PresentationFormat>Carta (216 x 279 mm)</PresentationFormat>
  <Paragraphs>32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lgs@unam.mx</dc:creator>
  <cp:lastModifiedBy>lgs@unam.mx</cp:lastModifiedBy>
  <cp:revision>23</cp:revision>
  <cp:lastPrinted>2025-07-23T17:34:02Z</cp:lastPrinted>
  <dcterms:created xsi:type="dcterms:W3CDTF">2025-07-16T16:15:25Z</dcterms:created>
  <dcterms:modified xsi:type="dcterms:W3CDTF">2025-07-24T14:31:19Z</dcterms:modified>
</cp:coreProperties>
</file>